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A2416-0E2B-454D-9C1C-394DF31A6AA3}" v="59" dt="2026-01-31T17:36:31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115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trohofer" userId="19beface1f9f23b7" providerId="LiveId" clId="{44B7DC10-4A30-4166-A66F-234F5B58EF3A}"/>
    <pc:docChg chg="undo custSel modSld">
      <pc:chgData name="Michael Strohofer" userId="19beface1f9f23b7" providerId="LiveId" clId="{44B7DC10-4A30-4166-A66F-234F5B58EF3A}" dt="2026-01-31T17:36:54.514" v="303" actId="1076"/>
      <pc:docMkLst>
        <pc:docMk/>
      </pc:docMkLst>
      <pc:sldChg chg="addSp delSp modSp mod">
        <pc:chgData name="Michael Strohofer" userId="19beface1f9f23b7" providerId="LiveId" clId="{44B7DC10-4A30-4166-A66F-234F5B58EF3A}" dt="2026-01-31T17:36:54.514" v="303" actId="1076"/>
        <pc:sldMkLst>
          <pc:docMk/>
          <pc:sldMk cId="3352864059" sldId="256"/>
        </pc:sldMkLst>
        <pc:spChg chg="mod">
          <ac:chgData name="Michael Strohofer" userId="19beface1f9f23b7" providerId="LiveId" clId="{44B7DC10-4A30-4166-A66F-234F5B58EF3A}" dt="2026-01-31T17:35:55.885" v="283" actId="14100"/>
          <ac:spMkLst>
            <pc:docMk/>
            <pc:sldMk cId="3352864059" sldId="256"/>
            <ac:spMk id="52" creationId="{247AA173-06A2-EE41-4D9B-D9055A830FC8}"/>
          </ac:spMkLst>
        </pc:spChg>
        <pc:spChg chg="add mod">
          <ac:chgData name="Michael Strohofer" userId="19beface1f9f23b7" providerId="LiveId" clId="{44B7DC10-4A30-4166-A66F-234F5B58EF3A}" dt="2026-01-31T17:01:22.679" v="10" actId="14100"/>
          <ac:spMkLst>
            <pc:docMk/>
            <pc:sldMk cId="3352864059" sldId="256"/>
            <ac:spMk id="65" creationId="{7B3A0A01-492F-4EF6-845D-7E89F50A0CAA}"/>
          </ac:spMkLst>
        </pc:spChg>
        <pc:spChg chg="add mod">
          <ac:chgData name="Michael Strohofer" userId="19beface1f9f23b7" providerId="LiveId" clId="{44B7DC10-4A30-4166-A66F-234F5B58EF3A}" dt="2026-01-31T17:02:18.827" v="40" actId="1076"/>
          <ac:spMkLst>
            <pc:docMk/>
            <pc:sldMk cId="3352864059" sldId="256"/>
            <ac:spMk id="66" creationId="{C6255E26-4C5F-9A43-D920-677D8D653C86}"/>
          </ac:spMkLst>
        </pc:spChg>
        <pc:spChg chg="add mod">
          <ac:chgData name="Michael Strohofer" userId="19beface1f9f23b7" providerId="LiveId" clId="{44B7DC10-4A30-4166-A66F-234F5B58EF3A}" dt="2026-01-31T17:15:59.216" v="131" actId="14100"/>
          <ac:spMkLst>
            <pc:docMk/>
            <pc:sldMk cId="3352864059" sldId="256"/>
            <ac:spMk id="89" creationId="{0B88EA44-4765-0AB9-99B6-5FB38B84AD55}"/>
          </ac:spMkLst>
        </pc:spChg>
        <pc:spChg chg="add mod">
          <ac:chgData name="Michael Strohofer" userId="19beface1f9f23b7" providerId="LiveId" clId="{44B7DC10-4A30-4166-A66F-234F5B58EF3A}" dt="2026-01-31T17:15:55.496" v="130" actId="1076"/>
          <ac:spMkLst>
            <pc:docMk/>
            <pc:sldMk cId="3352864059" sldId="256"/>
            <ac:spMk id="90" creationId="{EF546276-4CA5-4A8B-C693-6DE4F0813133}"/>
          </ac:spMkLst>
        </pc:spChg>
        <pc:spChg chg="add mod">
          <ac:chgData name="Michael Strohofer" userId="19beface1f9f23b7" providerId="LiveId" clId="{44B7DC10-4A30-4166-A66F-234F5B58EF3A}" dt="2026-01-31T17:36:54.514" v="303" actId="1076"/>
          <ac:spMkLst>
            <pc:docMk/>
            <pc:sldMk cId="3352864059" sldId="256"/>
            <ac:spMk id="215" creationId="{2C635F9D-3C98-37DD-0847-04FD1DA3385E}"/>
          </ac:spMkLst>
        </pc:spChg>
        <pc:picChg chg="mod">
          <ac:chgData name="Michael Strohofer" userId="19beface1f9f23b7" providerId="LiveId" clId="{44B7DC10-4A30-4166-A66F-234F5B58EF3A}" dt="2026-01-31T17:12:08.423" v="78" actId="1076"/>
          <ac:picMkLst>
            <pc:docMk/>
            <pc:sldMk cId="3352864059" sldId="256"/>
            <ac:picMk id="5" creationId="{E7703D04-7418-D149-BBA2-E1D19D0A322D}"/>
          </ac:picMkLst>
        </pc:picChg>
        <pc:picChg chg="mod">
          <ac:chgData name="Michael Strohofer" userId="19beface1f9f23b7" providerId="LiveId" clId="{44B7DC10-4A30-4166-A66F-234F5B58EF3A}" dt="2026-01-31T17:23:15.276" v="164" actId="1076"/>
          <ac:picMkLst>
            <pc:docMk/>
            <pc:sldMk cId="3352864059" sldId="256"/>
            <ac:picMk id="7" creationId="{02BCB8D9-4591-AE75-4C5E-1E962D55193A}"/>
          </ac:picMkLst>
        </pc:picChg>
        <pc:picChg chg="mod">
          <ac:chgData name="Michael Strohofer" userId="19beface1f9f23b7" providerId="LiveId" clId="{44B7DC10-4A30-4166-A66F-234F5B58EF3A}" dt="2026-01-31T17:13:22.911" v="95" actId="1076"/>
          <ac:picMkLst>
            <pc:docMk/>
            <pc:sldMk cId="3352864059" sldId="256"/>
            <ac:picMk id="13" creationId="{DBF644D6-C89D-0D95-D7BB-45C9BDA4A0D0}"/>
          </ac:picMkLst>
        </pc:picChg>
        <pc:picChg chg="del mod">
          <ac:chgData name="Michael Strohofer" userId="19beface1f9f23b7" providerId="LiveId" clId="{44B7DC10-4A30-4166-A66F-234F5B58EF3A}" dt="2026-01-31T17:13:25.604" v="97" actId="478"/>
          <ac:picMkLst>
            <pc:docMk/>
            <pc:sldMk cId="3352864059" sldId="256"/>
            <ac:picMk id="15" creationId="{C5AA7421-8D3F-A9A8-06A7-758BDBF00935}"/>
          </ac:picMkLst>
        </pc:picChg>
        <pc:picChg chg="mod">
          <ac:chgData name="Michael Strohofer" userId="19beface1f9f23b7" providerId="LiveId" clId="{44B7DC10-4A30-4166-A66F-234F5B58EF3A}" dt="2026-01-31T17:16:29.801" v="139" actId="14100"/>
          <ac:picMkLst>
            <pc:docMk/>
            <pc:sldMk cId="3352864059" sldId="256"/>
            <ac:picMk id="17" creationId="{E278676A-B49F-1E18-FEE6-7634548A46E6}"/>
          </ac:picMkLst>
        </pc:picChg>
        <pc:picChg chg="add mod">
          <ac:chgData name="Michael Strohofer" userId="19beface1f9f23b7" providerId="LiveId" clId="{44B7DC10-4A30-4166-A66F-234F5B58EF3A}" dt="2026-01-31T17:13:42.293" v="101" actId="1076"/>
          <ac:picMkLst>
            <pc:docMk/>
            <pc:sldMk cId="3352864059" sldId="256"/>
            <ac:picMk id="95" creationId="{0FBC56B9-32BF-EF0F-D9F8-C1224214E584}"/>
          </ac:picMkLst>
        </pc:picChg>
        <pc:cxnChg chg="mod">
          <ac:chgData name="Michael Strohofer" userId="19beface1f9f23b7" providerId="LiveId" clId="{44B7DC10-4A30-4166-A66F-234F5B58EF3A}" dt="2026-01-31T17:29:28.247" v="234" actId="14100"/>
          <ac:cxnSpMkLst>
            <pc:docMk/>
            <pc:sldMk cId="3352864059" sldId="256"/>
            <ac:cxnSpMk id="39" creationId="{39411AAA-AF56-2233-BC06-2C2D6FD845CF}"/>
          </ac:cxnSpMkLst>
        </pc:cxnChg>
        <pc:cxnChg chg="mod">
          <ac:chgData name="Michael Strohofer" userId="19beface1f9f23b7" providerId="LiveId" clId="{44B7DC10-4A30-4166-A66F-234F5B58EF3A}" dt="2026-01-31T17:29:32.390" v="235" actId="14100"/>
          <ac:cxnSpMkLst>
            <pc:docMk/>
            <pc:sldMk cId="3352864059" sldId="256"/>
            <ac:cxnSpMk id="42" creationId="{79FCAF85-0BC6-807B-A1D8-74C9F5649979}"/>
          </ac:cxnSpMkLst>
        </pc:cxnChg>
        <pc:cxnChg chg="mod">
          <ac:chgData name="Michael Strohofer" userId="19beface1f9f23b7" providerId="LiveId" clId="{44B7DC10-4A30-4166-A66F-234F5B58EF3A}" dt="2026-01-31T17:27:36.163" v="211" actId="14100"/>
          <ac:cxnSpMkLst>
            <pc:docMk/>
            <pc:sldMk cId="3352864059" sldId="256"/>
            <ac:cxnSpMk id="54" creationId="{8509E074-8EF7-6997-2F06-0DF041B152D5}"/>
          </ac:cxnSpMkLst>
        </pc:cxnChg>
        <pc:cxnChg chg="mod">
          <ac:chgData name="Michael Strohofer" userId="19beface1f9f23b7" providerId="LiveId" clId="{44B7DC10-4A30-4166-A66F-234F5B58EF3A}" dt="2026-01-31T17:29:19.014" v="232" actId="14100"/>
          <ac:cxnSpMkLst>
            <pc:docMk/>
            <pc:sldMk cId="3352864059" sldId="256"/>
            <ac:cxnSpMk id="58" creationId="{BD59AD76-A4D2-124B-3BC0-B1F23BFECD63}"/>
          </ac:cxnSpMkLst>
        </pc:cxnChg>
        <pc:cxnChg chg="mod">
          <ac:chgData name="Michael Strohofer" userId="19beface1f9f23b7" providerId="LiveId" clId="{44B7DC10-4A30-4166-A66F-234F5B58EF3A}" dt="2026-01-31T17:29:23.391" v="233" actId="14100"/>
          <ac:cxnSpMkLst>
            <pc:docMk/>
            <pc:sldMk cId="3352864059" sldId="256"/>
            <ac:cxnSpMk id="59" creationId="{2F6FA7F0-91CE-3162-D201-4760911B9FA9}"/>
          </ac:cxnSpMkLst>
        </pc:cxnChg>
        <pc:cxnChg chg="add mod">
          <ac:chgData name="Michael Strohofer" userId="19beface1f9f23b7" providerId="LiveId" clId="{44B7DC10-4A30-4166-A66F-234F5B58EF3A}" dt="2026-01-31T17:02:47.729" v="42" actId="208"/>
          <ac:cxnSpMkLst>
            <pc:docMk/>
            <pc:sldMk cId="3352864059" sldId="256"/>
            <ac:cxnSpMk id="68" creationId="{3AD464CB-BBFB-B010-14A6-213DCE5E1FB2}"/>
          </ac:cxnSpMkLst>
        </pc:cxnChg>
        <pc:cxnChg chg="add mod">
          <ac:chgData name="Michael Strohofer" userId="19beface1f9f23b7" providerId="LiveId" clId="{44B7DC10-4A30-4166-A66F-234F5B58EF3A}" dt="2026-01-31T17:02:50.237" v="43"/>
          <ac:cxnSpMkLst>
            <pc:docMk/>
            <pc:sldMk cId="3352864059" sldId="256"/>
            <ac:cxnSpMk id="69" creationId="{623BFEAE-DD35-44C8-8B3A-E0C8E4022C47}"/>
          </ac:cxnSpMkLst>
        </pc:cxnChg>
        <pc:cxnChg chg="add mod">
          <ac:chgData name="Michael Strohofer" userId="19beface1f9f23b7" providerId="LiveId" clId="{44B7DC10-4A30-4166-A66F-234F5B58EF3A}" dt="2026-01-31T17:02:57.816" v="45"/>
          <ac:cxnSpMkLst>
            <pc:docMk/>
            <pc:sldMk cId="3352864059" sldId="256"/>
            <ac:cxnSpMk id="70" creationId="{51A6C2C0-6049-4CE9-2ECF-35949C492AF2}"/>
          </ac:cxnSpMkLst>
        </pc:cxnChg>
        <pc:cxnChg chg="add mod">
          <ac:chgData name="Michael Strohofer" userId="19beface1f9f23b7" providerId="LiveId" clId="{44B7DC10-4A30-4166-A66F-234F5B58EF3A}" dt="2026-01-31T17:03:09.547" v="49" actId="14100"/>
          <ac:cxnSpMkLst>
            <pc:docMk/>
            <pc:sldMk cId="3352864059" sldId="256"/>
            <ac:cxnSpMk id="71" creationId="{5C15BD5C-258F-3262-E6E4-81C474188211}"/>
          </ac:cxnSpMkLst>
        </pc:cxnChg>
        <pc:cxnChg chg="add mod">
          <ac:chgData name="Michael Strohofer" userId="19beface1f9f23b7" providerId="LiveId" clId="{44B7DC10-4A30-4166-A66F-234F5B58EF3A}" dt="2026-01-31T17:03:22.464" v="53" actId="1076"/>
          <ac:cxnSpMkLst>
            <pc:docMk/>
            <pc:sldMk cId="3352864059" sldId="256"/>
            <ac:cxnSpMk id="73" creationId="{A93BB165-3230-9DF5-6B9C-A56F4C7E7E33}"/>
          </ac:cxnSpMkLst>
        </pc:cxnChg>
        <pc:cxnChg chg="add mod">
          <ac:chgData name="Michael Strohofer" userId="19beface1f9f23b7" providerId="LiveId" clId="{44B7DC10-4A30-4166-A66F-234F5B58EF3A}" dt="2026-01-31T17:03:29.298" v="56" actId="14100"/>
          <ac:cxnSpMkLst>
            <pc:docMk/>
            <pc:sldMk cId="3352864059" sldId="256"/>
            <ac:cxnSpMk id="75" creationId="{18F49F91-2295-88CB-347A-F01CCE6B55A1}"/>
          </ac:cxnSpMkLst>
        </pc:cxnChg>
        <pc:cxnChg chg="add mod">
          <ac:chgData name="Michael Strohofer" userId="19beface1f9f23b7" providerId="LiveId" clId="{44B7DC10-4A30-4166-A66F-234F5B58EF3A}" dt="2026-01-31T17:03:48.067" v="62" actId="14100"/>
          <ac:cxnSpMkLst>
            <pc:docMk/>
            <pc:sldMk cId="3352864059" sldId="256"/>
            <ac:cxnSpMk id="77" creationId="{F0F61C6F-5D1F-8F79-0C27-20919F28900B}"/>
          </ac:cxnSpMkLst>
        </pc:cxnChg>
        <pc:cxnChg chg="add mod">
          <ac:chgData name="Michael Strohofer" userId="19beface1f9f23b7" providerId="LiveId" clId="{44B7DC10-4A30-4166-A66F-234F5B58EF3A}" dt="2026-01-31T17:04:20.953" v="71" actId="14100"/>
          <ac:cxnSpMkLst>
            <pc:docMk/>
            <pc:sldMk cId="3352864059" sldId="256"/>
            <ac:cxnSpMk id="80" creationId="{61603926-DAA3-5DD0-79C2-2FF11959E4D0}"/>
          </ac:cxnSpMkLst>
        </pc:cxnChg>
        <pc:cxnChg chg="add del mod">
          <ac:chgData name="Michael Strohofer" userId="19beface1f9f23b7" providerId="LiveId" clId="{44B7DC10-4A30-4166-A66F-234F5B58EF3A}" dt="2026-01-31T17:22:41.498" v="154" actId="478"/>
          <ac:cxnSpMkLst>
            <pc:docMk/>
            <pc:sldMk cId="3352864059" sldId="256"/>
            <ac:cxnSpMk id="82" creationId="{19138994-6832-5DFB-DADA-CBE987A1C033}"/>
          </ac:cxnSpMkLst>
        </pc:cxnChg>
        <pc:cxnChg chg="add mod">
          <ac:chgData name="Michael Strohofer" userId="19beface1f9f23b7" providerId="LiveId" clId="{44B7DC10-4A30-4166-A66F-234F5B58EF3A}" dt="2026-01-31T17:04:16.574" v="70" actId="14100"/>
          <ac:cxnSpMkLst>
            <pc:docMk/>
            <pc:sldMk cId="3352864059" sldId="256"/>
            <ac:cxnSpMk id="84" creationId="{46EFB907-1D1A-5076-852A-1EA2C4174F9D}"/>
          </ac:cxnSpMkLst>
        </pc:cxnChg>
        <pc:cxnChg chg="add del mod">
          <ac:chgData name="Michael Strohofer" userId="19beface1f9f23b7" providerId="LiveId" clId="{44B7DC10-4A30-4166-A66F-234F5B58EF3A}" dt="2026-01-31T17:22:44.159" v="155" actId="478"/>
          <ac:cxnSpMkLst>
            <pc:docMk/>
            <pc:sldMk cId="3352864059" sldId="256"/>
            <ac:cxnSpMk id="87" creationId="{0DB1F1B0-30DD-EB50-3820-6CB5BFAAD66E}"/>
          </ac:cxnSpMkLst>
        </pc:cxnChg>
        <pc:cxnChg chg="add mod">
          <ac:chgData name="Michael Strohofer" userId="19beface1f9f23b7" providerId="LiveId" clId="{44B7DC10-4A30-4166-A66F-234F5B58EF3A}" dt="2026-01-31T17:15:14.163" v="117" actId="14100"/>
          <ac:cxnSpMkLst>
            <pc:docMk/>
            <pc:sldMk cId="3352864059" sldId="256"/>
            <ac:cxnSpMk id="91" creationId="{23DBE55F-4F38-5FA5-41F7-EDA40D94CD07}"/>
          </ac:cxnSpMkLst>
        </pc:cxnChg>
        <pc:cxnChg chg="add mod">
          <ac:chgData name="Michael Strohofer" userId="19beface1f9f23b7" providerId="LiveId" clId="{44B7DC10-4A30-4166-A66F-234F5B58EF3A}" dt="2026-01-31T17:16:08.506" v="134" actId="208"/>
          <ac:cxnSpMkLst>
            <pc:docMk/>
            <pc:sldMk cId="3352864059" sldId="256"/>
            <ac:cxnSpMk id="93" creationId="{4231CD04-781C-FC83-9999-7259EA437C69}"/>
          </ac:cxnSpMkLst>
        </pc:cxnChg>
        <pc:cxnChg chg="add mod">
          <ac:chgData name="Michael Strohofer" userId="19beface1f9f23b7" providerId="LiveId" clId="{44B7DC10-4A30-4166-A66F-234F5B58EF3A}" dt="2026-01-31T17:17:50.154" v="153" actId="13822"/>
          <ac:cxnSpMkLst>
            <pc:docMk/>
            <pc:sldMk cId="3352864059" sldId="256"/>
            <ac:cxnSpMk id="94" creationId="{2319E3E4-718E-6902-FC4D-91E7804D4F2C}"/>
          </ac:cxnSpMkLst>
        </pc:cxnChg>
        <pc:cxnChg chg="add mod">
          <ac:chgData name="Michael Strohofer" userId="19beface1f9f23b7" providerId="LiveId" clId="{44B7DC10-4A30-4166-A66F-234F5B58EF3A}" dt="2026-01-31T17:15:22.823" v="118" actId="14100"/>
          <ac:cxnSpMkLst>
            <pc:docMk/>
            <pc:sldMk cId="3352864059" sldId="256"/>
            <ac:cxnSpMk id="97" creationId="{4A36CA57-A370-8FBD-5A1D-81D95944F4F8}"/>
          </ac:cxnSpMkLst>
        </pc:cxnChg>
        <pc:cxnChg chg="add mod">
          <ac:chgData name="Michael Strohofer" userId="19beface1f9f23b7" providerId="LiveId" clId="{44B7DC10-4A30-4166-A66F-234F5B58EF3A}" dt="2026-01-31T17:15:02.958" v="115" actId="14100"/>
          <ac:cxnSpMkLst>
            <pc:docMk/>
            <pc:sldMk cId="3352864059" sldId="256"/>
            <ac:cxnSpMk id="98" creationId="{7D8090A6-2952-36A1-6C44-D031003F6967}"/>
          </ac:cxnSpMkLst>
        </pc:cxnChg>
        <pc:cxnChg chg="add mod">
          <ac:chgData name="Michael Strohofer" userId="19beface1f9f23b7" providerId="LiveId" clId="{44B7DC10-4A30-4166-A66F-234F5B58EF3A}" dt="2026-01-31T17:14:58.501" v="114" actId="14100"/>
          <ac:cxnSpMkLst>
            <pc:docMk/>
            <pc:sldMk cId="3352864059" sldId="256"/>
            <ac:cxnSpMk id="100" creationId="{0FD7223A-3B71-3A8B-8D1F-163775DA6FC6}"/>
          </ac:cxnSpMkLst>
        </pc:cxnChg>
        <pc:cxnChg chg="add mod">
          <ac:chgData name="Michael Strohofer" userId="19beface1f9f23b7" providerId="LiveId" clId="{44B7DC10-4A30-4166-A66F-234F5B58EF3A}" dt="2026-01-31T17:15:31.427" v="120" actId="1076"/>
          <ac:cxnSpMkLst>
            <pc:docMk/>
            <pc:sldMk cId="3352864059" sldId="256"/>
            <ac:cxnSpMk id="108" creationId="{E222F7B1-1FE9-47AA-E694-0D9614222416}"/>
          </ac:cxnSpMkLst>
        </pc:cxnChg>
        <pc:cxnChg chg="add mod">
          <ac:chgData name="Michael Strohofer" userId="19beface1f9f23b7" providerId="LiveId" clId="{44B7DC10-4A30-4166-A66F-234F5B58EF3A}" dt="2026-01-31T17:17:07.454" v="144" actId="14100"/>
          <ac:cxnSpMkLst>
            <pc:docMk/>
            <pc:sldMk cId="3352864059" sldId="256"/>
            <ac:cxnSpMk id="110" creationId="{8FFC6215-6B4E-3116-3924-CB3D57A04739}"/>
          </ac:cxnSpMkLst>
        </pc:cxnChg>
        <pc:cxnChg chg="add mod">
          <ac:chgData name="Michael Strohofer" userId="19beface1f9f23b7" providerId="LiveId" clId="{44B7DC10-4A30-4166-A66F-234F5B58EF3A}" dt="2026-01-31T17:17:03.737" v="143" actId="1076"/>
          <ac:cxnSpMkLst>
            <pc:docMk/>
            <pc:sldMk cId="3352864059" sldId="256"/>
            <ac:cxnSpMk id="113" creationId="{A41A88B8-6B4C-427F-E6DF-37402F345709}"/>
          </ac:cxnSpMkLst>
        </pc:cxnChg>
        <pc:cxnChg chg="add mod">
          <ac:chgData name="Michael Strohofer" userId="19beface1f9f23b7" providerId="LiveId" clId="{44B7DC10-4A30-4166-A66F-234F5B58EF3A}" dt="2026-01-31T17:17:50.154" v="153" actId="13822"/>
          <ac:cxnSpMkLst>
            <pc:docMk/>
            <pc:sldMk cId="3352864059" sldId="256"/>
            <ac:cxnSpMk id="116" creationId="{CAB3ED18-2490-B5EF-22BD-4E8788345169}"/>
          </ac:cxnSpMkLst>
        </pc:cxnChg>
        <pc:cxnChg chg="add mod">
          <ac:chgData name="Michael Strohofer" userId="19beface1f9f23b7" providerId="LiveId" clId="{44B7DC10-4A30-4166-A66F-234F5B58EF3A}" dt="2026-01-31T17:17:50.154" v="153" actId="13822"/>
          <ac:cxnSpMkLst>
            <pc:docMk/>
            <pc:sldMk cId="3352864059" sldId="256"/>
            <ac:cxnSpMk id="119" creationId="{A4D4D353-C4F7-55C2-DE66-99E79B7FCD34}"/>
          </ac:cxnSpMkLst>
        </pc:cxnChg>
        <pc:cxnChg chg="add mod">
          <ac:chgData name="Michael Strohofer" userId="19beface1f9f23b7" providerId="LiveId" clId="{44B7DC10-4A30-4166-A66F-234F5B58EF3A}" dt="2026-01-31T17:22:56.604" v="158" actId="14100"/>
          <ac:cxnSpMkLst>
            <pc:docMk/>
            <pc:sldMk cId="3352864059" sldId="256"/>
            <ac:cxnSpMk id="122" creationId="{0D127690-5992-5C79-CDA0-F1271073CF60}"/>
          </ac:cxnSpMkLst>
        </pc:cxnChg>
        <pc:cxnChg chg="add mod">
          <ac:chgData name="Michael Strohofer" userId="19beface1f9f23b7" providerId="LiveId" clId="{44B7DC10-4A30-4166-A66F-234F5B58EF3A}" dt="2026-01-31T17:23:23.447" v="167" actId="14100"/>
          <ac:cxnSpMkLst>
            <pc:docMk/>
            <pc:sldMk cId="3352864059" sldId="256"/>
            <ac:cxnSpMk id="124" creationId="{A5554F9B-2372-CECE-90D3-0145BB3CF620}"/>
          </ac:cxnSpMkLst>
        </pc:cxnChg>
        <pc:cxnChg chg="add mod">
          <ac:chgData name="Michael Strohofer" userId="19beface1f9f23b7" providerId="LiveId" clId="{44B7DC10-4A30-4166-A66F-234F5B58EF3A}" dt="2026-01-31T17:23:30.307" v="169" actId="1076"/>
          <ac:cxnSpMkLst>
            <pc:docMk/>
            <pc:sldMk cId="3352864059" sldId="256"/>
            <ac:cxnSpMk id="127" creationId="{6B8EC505-C0D2-5431-6A39-EB4F41E43F21}"/>
          </ac:cxnSpMkLst>
        </pc:cxnChg>
        <pc:cxnChg chg="add mod">
          <ac:chgData name="Michael Strohofer" userId="19beface1f9f23b7" providerId="LiveId" clId="{44B7DC10-4A30-4166-A66F-234F5B58EF3A}" dt="2026-01-31T17:23:45.273" v="172" actId="14100"/>
          <ac:cxnSpMkLst>
            <pc:docMk/>
            <pc:sldMk cId="3352864059" sldId="256"/>
            <ac:cxnSpMk id="128" creationId="{35731817-BF01-C9C7-289D-4ABA381B0FAE}"/>
          </ac:cxnSpMkLst>
        </pc:cxnChg>
        <pc:cxnChg chg="add mod">
          <ac:chgData name="Michael Strohofer" userId="19beface1f9f23b7" providerId="LiveId" clId="{44B7DC10-4A30-4166-A66F-234F5B58EF3A}" dt="2026-01-31T17:23:53.447" v="175" actId="14100"/>
          <ac:cxnSpMkLst>
            <pc:docMk/>
            <pc:sldMk cId="3352864059" sldId="256"/>
            <ac:cxnSpMk id="130" creationId="{161A224C-819E-49BF-C52B-2F74C11F637A}"/>
          </ac:cxnSpMkLst>
        </pc:cxnChg>
        <pc:cxnChg chg="add mod">
          <ac:chgData name="Michael Strohofer" userId="19beface1f9f23b7" providerId="LiveId" clId="{44B7DC10-4A30-4166-A66F-234F5B58EF3A}" dt="2026-01-31T17:24:15.479" v="178" actId="14100"/>
          <ac:cxnSpMkLst>
            <pc:docMk/>
            <pc:sldMk cId="3352864059" sldId="256"/>
            <ac:cxnSpMk id="132" creationId="{0F2E62EA-C880-F013-842B-8C7D5E20DD42}"/>
          </ac:cxnSpMkLst>
        </pc:cxnChg>
        <pc:cxnChg chg="add del">
          <ac:chgData name="Michael Strohofer" userId="19beface1f9f23b7" providerId="LiveId" clId="{44B7DC10-4A30-4166-A66F-234F5B58EF3A}" dt="2026-01-31T17:24:51.947" v="180" actId="11529"/>
          <ac:cxnSpMkLst>
            <pc:docMk/>
            <pc:sldMk cId="3352864059" sldId="256"/>
            <ac:cxnSpMk id="135" creationId="{0937395F-E7F5-2383-635C-692E8B6001DC}"/>
          </ac:cxnSpMkLst>
        </pc:cxnChg>
        <pc:cxnChg chg="add mod">
          <ac:chgData name="Michael Strohofer" userId="19beface1f9f23b7" providerId="LiveId" clId="{44B7DC10-4A30-4166-A66F-234F5B58EF3A}" dt="2026-01-31T17:25:11.040" v="185" actId="1076"/>
          <ac:cxnSpMkLst>
            <pc:docMk/>
            <pc:sldMk cId="3352864059" sldId="256"/>
            <ac:cxnSpMk id="136" creationId="{BFCE0077-768F-8727-422E-B519AB2D39F3}"/>
          </ac:cxnSpMkLst>
        </pc:cxnChg>
        <pc:cxnChg chg="add mod">
          <ac:chgData name="Michael Strohofer" userId="19beface1f9f23b7" providerId="LiveId" clId="{44B7DC10-4A30-4166-A66F-234F5B58EF3A}" dt="2026-01-31T17:25:33.150" v="193" actId="14100"/>
          <ac:cxnSpMkLst>
            <pc:docMk/>
            <pc:sldMk cId="3352864059" sldId="256"/>
            <ac:cxnSpMk id="138" creationId="{B412CF82-490F-FAA5-8B38-10E375363821}"/>
          </ac:cxnSpMkLst>
        </pc:cxnChg>
        <pc:cxnChg chg="add mod">
          <ac:chgData name="Michael Strohofer" userId="19beface1f9f23b7" providerId="LiveId" clId="{44B7DC10-4A30-4166-A66F-234F5B58EF3A}" dt="2026-01-31T17:25:30.011" v="192" actId="14100"/>
          <ac:cxnSpMkLst>
            <pc:docMk/>
            <pc:sldMk cId="3352864059" sldId="256"/>
            <ac:cxnSpMk id="140" creationId="{F9C5A251-9ED1-77D4-21B6-4365FEE440D4}"/>
          </ac:cxnSpMkLst>
        </pc:cxnChg>
        <pc:cxnChg chg="add mod">
          <ac:chgData name="Michael Strohofer" userId="19beface1f9f23b7" providerId="LiveId" clId="{44B7DC10-4A30-4166-A66F-234F5B58EF3A}" dt="2026-01-31T17:25:50.749" v="196" actId="208"/>
          <ac:cxnSpMkLst>
            <pc:docMk/>
            <pc:sldMk cId="3352864059" sldId="256"/>
            <ac:cxnSpMk id="144" creationId="{93B66E46-9A7F-FA22-8042-90B88859337D}"/>
          </ac:cxnSpMkLst>
        </pc:cxnChg>
        <pc:cxnChg chg="add mod">
          <ac:chgData name="Michael Strohofer" userId="19beface1f9f23b7" providerId="LiveId" clId="{44B7DC10-4A30-4166-A66F-234F5B58EF3A}" dt="2026-01-31T17:25:50.749" v="196" actId="208"/>
          <ac:cxnSpMkLst>
            <pc:docMk/>
            <pc:sldMk cId="3352864059" sldId="256"/>
            <ac:cxnSpMk id="145" creationId="{4FAF960E-12EB-8DEF-BED1-C181161E7A3A}"/>
          </ac:cxnSpMkLst>
        </pc:cxnChg>
        <pc:cxnChg chg="add mod">
          <ac:chgData name="Michael Strohofer" userId="19beface1f9f23b7" providerId="LiveId" clId="{44B7DC10-4A30-4166-A66F-234F5B58EF3A}" dt="2026-01-31T17:26:00.876" v="199" actId="14100"/>
          <ac:cxnSpMkLst>
            <pc:docMk/>
            <pc:sldMk cId="3352864059" sldId="256"/>
            <ac:cxnSpMk id="146" creationId="{C38A4DB1-153F-8A6A-8E82-88AF48F451F5}"/>
          </ac:cxnSpMkLst>
        </pc:cxnChg>
        <pc:cxnChg chg="add mod">
          <ac:chgData name="Michael Strohofer" userId="19beface1f9f23b7" providerId="LiveId" clId="{44B7DC10-4A30-4166-A66F-234F5B58EF3A}" dt="2026-01-31T17:27:06.979" v="202" actId="14100"/>
          <ac:cxnSpMkLst>
            <pc:docMk/>
            <pc:sldMk cId="3352864059" sldId="256"/>
            <ac:cxnSpMk id="148" creationId="{644DD1CB-5AD7-3C59-E0C0-C6A184A59527}"/>
          </ac:cxnSpMkLst>
        </pc:cxnChg>
        <pc:cxnChg chg="add mod">
          <ac:chgData name="Michael Strohofer" userId="19beface1f9f23b7" providerId="LiveId" clId="{44B7DC10-4A30-4166-A66F-234F5B58EF3A}" dt="2026-01-31T17:28:02.968" v="216" actId="14100"/>
          <ac:cxnSpMkLst>
            <pc:docMk/>
            <pc:sldMk cId="3352864059" sldId="256"/>
            <ac:cxnSpMk id="150" creationId="{61D040A7-4B12-18B6-98ED-08211068C991}"/>
          </ac:cxnSpMkLst>
        </pc:cxnChg>
        <pc:cxnChg chg="add mod">
          <ac:chgData name="Michael Strohofer" userId="19beface1f9f23b7" providerId="LiveId" clId="{44B7DC10-4A30-4166-A66F-234F5B58EF3A}" dt="2026-01-31T17:28:04.916" v="217" actId="14100"/>
          <ac:cxnSpMkLst>
            <pc:docMk/>
            <pc:sldMk cId="3352864059" sldId="256"/>
            <ac:cxnSpMk id="153" creationId="{D163B1B2-D4F5-D7CF-3D2E-F1C3BC511C20}"/>
          </ac:cxnSpMkLst>
        </pc:cxnChg>
        <pc:cxnChg chg="add mod">
          <ac:chgData name="Michael Strohofer" userId="19beface1f9f23b7" providerId="LiveId" clId="{44B7DC10-4A30-4166-A66F-234F5B58EF3A}" dt="2026-01-31T17:28:27.684" v="220" actId="14100"/>
          <ac:cxnSpMkLst>
            <pc:docMk/>
            <pc:sldMk cId="3352864059" sldId="256"/>
            <ac:cxnSpMk id="162" creationId="{F1F0BB5A-C1BC-C624-D56E-1D9960F83B44}"/>
          </ac:cxnSpMkLst>
        </pc:cxnChg>
        <pc:cxnChg chg="add mod">
          <ac:chgData name="Michael Strohofer" userId="19beface1f9f23b7" providerId="LiveId" clId="{44B7DC10-4A30-4166-A66F-234F5B58EF3A}" dt="2026-01-31T17:28:35.346" v="223" actId="14100"/>
          <ac:cxnSpMkLst>
            <pc:docMk/>
            <pc:sldMk cId="3352864059" sldId="256"/>
            <ac:cxnSpMk id="164" creationId="{66EF5258-690F-DEE2-2592-F1808B26141B}"/>
          </ac:cxnSpMkLst>
        </pc:cxnChg>
        <pc:cxnChg chg="add mod">
          <ac:chgData name="Michael Strohofer" userId="19beface1f9f23b7" providerId="LiveId" clId="{44B7DC10-4A30-4166-A66F-234F5B58EF3A}" dt="2026-01-31T17:28:53.853" v="226" actId="14100"/>
          <ac:cxnSpMkLst>
            <pc:docMk/>
            <pc:sldMk cId="3352864059" sldId="256"/>
            <ac:cxnSpMk id="167" creationId="{4F46AD0D-B901-A5DF-A1B4-4A62B34E115F}"/>
          </ac:cxnSpMkLst>
        </pc:cxnChg>
        <pc:cxnChg chg="add mod">
          <ac:chgData name="Michael Strohofer" userId="19beface1f9f23b7" providerId="LiveId" clId="{44B7DC10-4A30-4166-A66F-234F5B58EF3A}" dt="2026-01-31T17:29:05.491" v="229" actId="14100"/>
          <ac:cxnSpMkLst>
            <pc:docMk/>
            <pc:sldMk cId="3352864059" sldId="256"/>
            <ac:cxnSpMk id="170" creationId="{403C5843-D352-6BC1-DDDE-D09AD329BE0B}"/>
          </ac:cxnSpMkLst>
        </pc:cxnChg>
        <pc:cxnChg chg="add mod">
          <ac:chgData name="Michael Strohofer" userId="19beface1f9f23b7" providerId="LiveId" clId="{44B7DC10-4A30-4166-A66F-234F5B58EF3A}" dt="2026-01-31T17:29:59.623" v="237" actId="1076"/>
          <ac:cxnSpMkLst>
            <pc:docMk/>
            <pc:sldMk cId="3352864059" sldId="256"/>
            <ac:cxnSpMk id="177" creationId="{64C4D65B-FD4E-E05D-F932-0A1DC9515E30}"/>
          </ac:cxnSpMkLst>
        </pc:cxnChg>
        <pc:cxnChg chg="add mod">
          <ac:chgData name="Michael Strohofer" userId="19beface1f9f23b7" providerId="LiveId" clId="{44B7DC10-4A30-4166-A66F-234F5B58EF3A}" dt="2026-01-31T17:30:31.487" v="248" actId="14100"/>
          <ac:cxnSpMkLst>
            <pc:docMk/>
            <pc:sldMk cId="3352864059" sldId="256"/>
            <ac:cxnSpMk id="178" creationId="{3B8C4EB8-5D20-06F7-EEDB-53058DBC975B}"/>
          </ac:cxnSpMkLst>
        </pc:cxnChg>
        <pc:cxnChg chg="add mod">
          <ac:chgData name="Michael Strohofer" userId="19beface1f9f23b7" providerId="LiveId" clId="{44B7DC10-4A30-4166-A66F-234F5B58EF3A}" dt="2026-01-31T17:30:28.792" v="247" actId="14100"/>
          <ac:cxnSpMkLst>
            <pc:docMk/>
            <pc:sldMk cId="3352864059" sldId="256"/>
            <ac:cxnSpMk id="180" creationId="{BD35C64E-A12F-E676-8866-6F27E9600397}"/>
          </ac:cxnSpMkLst>
        </pc:cxnChg>
        <pc:cxnChg chg="add mod">
          <ac:chgData name="Michael Strohofer" userId="19beface1f9f23b7" providerId="LiveId" clId="{44B7DC10-4A30-4166-A66F-234F5B58EF3A}" dt="2026-01-31T17:32:17.587" v="252" actId="14100"/>
          <ac:cxnSpMkLst>
            <pc:docMk/>
            <pc:sldMk cId="3352864059" sldId="256"/>
            <ac:cxnSpMk id="184" creationId="{0AF7DFFB-8B38-211B-CC6F-D9CB32640D88}"/>
          </ac:cxnSpMkLst>
        </pc:cxnChg>
        <pc:cxnChg chg="add mod">
          <ac:chgData name="Michael Strohofer" userId="19beface1f9f23b7" providerId="LiveId" clId="{44B7DC10-4A30-4166-A66F-234F5B58EF3A}" dt="2026-01-31T17:32:25.806" v="255" actId="14100"/>
          <ac:cxnSpMkLst>
            <pc:docMk/>
            <pc:sldMk cId="3352864059" sldId="256"/>
            <ac:cxnSpMk id="187" creationId="{C43E5224-4733-51A0-E71C-50D55B878CB9}"/>
          </ac:cxnSpMkLst>
        </pc:cxnChg>
        <pc:cxnChg chg="add mod">
          <ac:chgData name="Michael Strohofer" userId="19beface1f9f23b7" providerId="LiveId" clId="{44B7DC10-4A30-4166-A66F-234F5B58EF3A}" dt="2026-01-31T17:32:33.319" v="258" actId="14100"/>
          <ac:cxnSpMkLst>
            <pc:docMk/>
            <pc:sldMk cId="3352864059" sldId="256"/>
            <ac:cxnSpMk id="190" creationId="{ED7A77C8-FD33-C3BD-DBA6-6F945D9B8A47}"/>
          </ac:cxnSpMkLst>
        </pc:cxnChg>
        <pc:cxnChg chg="add mod">
          <ac:chgData name="Michael Strohofer" userId="19beface1f9f23b7" providerId="LiveId" clId="{44B7DC10-4A30-4166-A66F-234F5B58EF3A}" dt="2026-01-31T17:33:28.711" v="264" actId="14100"/>
          <ac:cxnSpMkLst>
            <pc:docMk/>
            <pc:sldMk cId="3352864059" sldId="256"/>
            <ac:cxnSpMk id="192" creationId="{2466F418-96B2-C28E-BA29-353E52AD746C}"/>
          </ac:cxnSpMkLst>
        </pc:cxnChg>
        <pc:cxnChg chg="add mod">
          <ac:chgData name="Michael Strohofer" userId="19beface1f9f23b7" providerId="LiveId" clId="{44B7DC10-4A30-4166-A66F-234F5B58EF3A}" dt="2026-01-31T17:34:56.579" v="268" actId="14100"/>
          <ac:cxnSpMkLst>
            <pc:docMk/>
            <pc:sldMk cId="3352864059" sldId="256"/>
            <ac:cxnSpMk id="197" creationId="{6ED5990E-29CF-DECF-25EF-133919AA0BA9}"/>
          </ac:cxnSpMkLst>
        </pc:cxnChg>
        <pc:cxnChg chg="add mod">
          <ac:chgData name="Michael Strohofer" userId="19beface1f9f23b7" providerId="LiveId" clId="{44B7DC10-4A30-4166-A66F-234F5B58EF3A}" dt="2026-01-31T17:35:04.365" v="271" actId="14100"/>
          <ac:cxnSpMkLst>
            <pc:docMk/>
            <pc:sldMk cId="3352864059" sldId="256"/>
            <ac:cxnSpMk id="201" creationId="{0C0B2D6F-95FC-B976-DC6D-87C8CA600E6F}"/>
          </ac:cxnSpMkLst>
        </pc:cxnChg>
        <pc:cxnChg chg="add mod">
          <ac:chgData name="Michael Strohofer" userId="19beface1f9f23b7" providerId="LiveId" clId="{44B7DC10-4A30-4166-A66F-234F5B58EF3A}" dt="2026-01-31T17:35:15.980" v="275" actId="14100"/>
          <ac:cxnSpMkLst>
            <pc:docMk/>
            <pc:sldMk cId="3352864059" sldId="256"/>
            <ac:cxnSpMk id="204" creationId="{D6DB7E48-92D0-66A4-E915-5DAB696B22DD}"/>
          </ac:cxnSpMkLst>
        </pc:cxnChg>
        <pc:cxnChg chg="add mod">
          <ac:chgData name="Michael Strohofer" userId="19beface1f9f23b7" providerId="LiveId" clId="{44B7DC10-4A30-4166-A66F-234F5B58EF3A}" dt="2026-01-31T17:35:38.244" v="282" actId="14100"/>
          <ac:cxnSpMkLst>
            <pc:docMk/>
            <pc:sldMk cId="3352864059" sldId="256"/>
            <ac:cxnSpMk id="208" creationId="{FEFA1F54-E516-F09E-5B67-3C5F9A587DBA}"/>
          </ac:cxnSpMkLst>
        </pc:cxnChg>
        <pc:cxnChg chg="add mod">
          <ac:chgData name="Michael Strohofer" userId="19beface1f9f23b7" providerId="LiveId" clId="{44B7DC10-4A30-4166-A66F-234F5B58EF3A}" dt="2026-01-31T17:35:36.243" v="281" actId="14100"/>
          <ac:cxnSpMkLst>
            <pc:docMk/>
            <pc:sldMk cId="3352864059" sldId="256"/>
            <ac:cxnSpMk id="211" creationId="{C5AA936C-A56B-0C1C-A1CB-B1B914474C1B}"/>
          </ac:cxnSpMkLst>
        </pc:cxnChg>
        <pc:cxnChg chg="add mod">
          <ac:chgData name="Michael Strohofer" userId="19beface1f9f23b7" providerId="LiveId" clId="{44B7DC10-4A30-4166-A66F-234F5B58EF3A}" dt="2026-01-31T17:36:26.334" v="284"/>
          <ac:cxnSpMkLst>
            <pc:docMk/>
            <pc:sldMk cId="3352864059" sldId="256"/>
            <ac:cxnSpMk id="214" creationId="{EE345D89-D539-D654-4D9F-D352FB61F6D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AE26F-FA5F-6348-C799-36ABCA52E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031D0-72D9-F5FA-AEC1-59AE3872C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FD680-192D-2EB4-EE4D-EAA6E646B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BDB9E-FF60-53EC-4D30-9C462937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F02A4-94FC-E5F1-D2A0-EE41F2F2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8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9C8F-F550-96FF-A271-EE29D11C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47761-141C-1192-79D7-8EE6ACFC9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36BB4-6F16-BABB-EAF7-8C801C88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4270D-1C02-B7EA-FD83-FBE00C35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D9343-A19B-6128-A864-B50DD2F2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DEB62-2A4C-B042-2325-E50D70E6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2DC00-A1B1-2775-BF79-A2BBADAB1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86634-6A17-0986-3420-1762A3C1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4E8DF-EE47-5E2C-2D18-3CCF57722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A8684-CFD5-3D65-5724-E2C1CD61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92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B7CF-5DF5-C6C3-9FF0-A4936DDA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4E5BE-C667-44A9-CABB-88EC14037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883-19AD-F530-5655-5F9DFCC2C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1DDE3-AA74-E62B-714E-72CBADC4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766C5-7A29-DA96-A162-D953A3A4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928BA-6DC4-1621-E602-059AE9BD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81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FB21-D9CC-800E-9842-EF01B1D2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02C59-EFD3-2C95-9604-46C7FE8B3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87226-48CA-2D6E-3EE1-5EF6FC062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DB49BC-FF10-8F41-237F-1729AE35E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FF0F4-2FB0-944E-F02E-28176620D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0B0FA-E426-9778-4339-6598F3AC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22921-4242-14FA-2CDC-40B6C8A2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49FB8-C923-9CBD-55B4-1D694BA8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5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E575-4E6B-69C5-91BE-149D64A1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FF6566-3CBB-4D29-1EF0-437CB193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A16CD-42C6-ACAA-69D0-075FEDBA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FDAA4-5689-0740-D172-EA056E3A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6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F74984-88F3-3174-43AE-1EB72ACBE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63C7E-97A6-1230-2647-301FBDE99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9F14E-3A4E-334E-89E0-BB55E75B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3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8A27-0D8C-BB99-18BD-93CC7BA7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39158-86EC-319A-989B-8A463AC94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1B37A-BF67-5768-5C03-905B17AF5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377EE-9233-C76A-3758-E97B83DA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0BFE7-E9B1-B66C-B3B1-6D892887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EB243-7AE7-3723-8E43-E18F5237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5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DC1E-28F5-7F68-2B23-18B2A3258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1F11C-DC34-8DFC-395B-B03F7CBC5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CA37B-D2BE-DF8F-E44E-052AC03BF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2A48C-30C5-6EDE-EC70-239FDFE9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3F41E-7040-1038-1712-2ED5EE1F7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BFDCB-34E9-B8A9-587C-82C177F8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6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F39A-033A-F36F-CF2B-5E870B45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67C33-989E-E731-9920-6A987E55E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AB476-8974-55A7-D8B7-FD898592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23481-9F76-BD28-8416-77BD65D8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E48CE-7981-1626-F14E-C29F16E5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7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FBFF7D-DA26-AA22-09FB-920EFA320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E8570-0277-A2C8-B8CF-59C4A41EE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BF8B5-C4B2-B625-090C-939967D9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766A-F8C4-30DE-8712-636B976F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D66A4-60B7-76D0-CCAB-57A6FC5E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86B7E1-E064-17A1-AB23-02328240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C79F1-A6DA-047C-A84F-FB0AFF3D9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4C1D-4135-580B-8DB1-C50487A38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28B92-857F-4C79-A905-325D898A1AD1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3EF3B-8053-C9CB-4914-DADA62B8F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EE75-A34C-9D0F-E3AF-BAF3202A1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77AE0-0093-4465-B58E-BA4EB1FA3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6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247AA173-06A2-EE41-4D9B-D9055A830FC8}"/>
              </a:ext>
            </a:extLst>
          </p:cNvPr>
          <p:cNvSpPr/>
          <p:nvPr/>
        </p:nvSpPr>
        <p:spPr>
          <a:xfrm>
            <a:off x="1" y="0"/>
            <a:ext cx="12259094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03D04-7418-D149-BBA2-E1D19D0A3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52493" y="2797455"/>
            <a:ext cx="1568059" cy="40159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CB8D9-4591-AE75-4C5E-1E962D55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034017" y="864810"/>
            <a:ext cx="2013752" cy="1971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7402AC-7FE4-214C-FB0A-39CDB0892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867806" y="883143"/>
            <a:ext cx="2401477" cy="1667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982985-9A27-02E7-536C-3A2D4E69E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070" y="535853"/>
            <a:ext cx="1269968" cy="1667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F644D6-C89D-0D95-D7BB-45C9BDA4A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388749" y="3966155"/>
            <a:ext cx="206714" cy="5311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78676A-B49F-1E18-FEE6-7634548A4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0345" y="2983776"/>
            <a:ext cx="1028844" cy="1543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3D43F5-3E64-76A4-BD31-0447B91A167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810" t="28693" r="-5810"/>
          <a:stretch>
            <a:fillRect/>
          </a:stretch>
        </p:blipFill>
        <p:spPr>
          <a:xfrm>
            <a:off x="86477" y="1219200"/>
            <a:ext cx="1667108" cy="16982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BCDE46-C70B-8BF9-1F39-A66D5DED89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057" y="3216565"/>
            <a:ext cx="1495634" cy="14480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FABAEE1-F086-CEF3-621B-49B7838EF2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8927" y="953592"/>
            <a:ext cx="1128657" cy="94703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3BB55C7-0BFE-B231-A4E8-540330CB04C2}"/>
              </a:ext>
            </a:extLst>
          </p:cNvPr>
          <p:cNvCxnSpPr>
            <a:cxnSpLocks/>
          </p:cNvCxnSpPr>
          <p:nvPr/>
        </p:nvCxnSpPr>
        <p:spPr>
          <a:xfrm>
            <a:off x="1656732" y="2074606"/>
            <a:ext cx="18730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71581A1-86DD-224A-EB90-223606796F1D}"/>
              </a:ext>
            </a:extLst>
          </p:cNvPr>
          <p:cNvCxnSpPr/>
          <p:nvPr/>
        </p:nvCxnSpPr>
        <p:spPr>
          <a:xfrm>
            <a:off x="1533832" y="1726644"/>
            <a:ext cx="5312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BA760D5-A5AB-3AC5-94BA-00063A091A4F}"/>
              </a:ext>
            </a:extLst>
          </p:cNvPr>
          <p:cNvCxnSpPr>
            <a:cxnSpLocks/>
          </p:cNvCxnSpPr>
          <p:nvPr/>
        </p:nvCxnSpPr>
        <p:spPr>
          <a:xfrm>
            <a:off x="3157584" y="1603741"/>
            <a:ext cx="0" cy="824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212E274-EDC9-64DF-39ED-BA9037BEF4BB}"/>
              </a:ext>
            </a:extLst>
          </p:cNvPr>
          <p:cNvCxnSpPr>
            <a:cxnSpLocks/>
          </p:cNvCxnSpPr>
          <p:nvPr/>
        </p:nvCxnSpPr>
        <p:spPr>
          <a:xfrm>
            <a:off x="3157584" y="2428568"/>
            <a:ext cx="12276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0F62C1-D06D-48C6-08F0-8DFBE542AE50}"/>
              </a:ext>
            </a:extLst>
          </p:cNvPr>
          <p:cNvCxnSpPr>
            <a:cxnSpLocks/>
          </p:cNvCxnSpPr>
          <p:nvPr/>
        </p:nvCxnSpPr>
        <p:spPr>
          <a:xfrm flipV="1">
            <a:off x="4385187" y="2074606"/>
            <a:ext cx="0" cy="3539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086F738-0E8A-3574-8DC2-B2B24B223CF2}"/>
              </a:ext>
            </a:extLst>
          </p:cNvPr>
          <p:cNvCxnSpPr/>
          <p:nvPr/>
        </p:nvCxnSpPr>
        <p:spPr>
          <a:xfrm>
            <a:off x="1533832" y="1427109"/>
            <a:ext cx="34412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9411AAA-AF56-2233-BC06-2C2D6FD845CF}"/>
              </a:ext>
            </a:extLst>
          </p:cNvPr>
          <p:cNvCxnSpPr>
            <a:cxnSpLocks/>
          </p:cNvCxnSpPr>
          <p:nvPr/>
        </p:nvCxnSpPr>
        <p:spPr>
          <a:xfrm flipV="1">
            <a:off x="1877961" y="221694"/>
            <a:ext cx="11677" cy="120541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FCAF85-0BC6-807B-A1D8-74C9F5649979}"/>
              </a:ext>
            </a:extLst>
          </p:cNvPr>
          <p:cNvCxnSpPr>
            <a:cxnSpLocks/>
          </p:cNvCxnSpPr>
          <p:nvPr/>
        </p:nvCxnSpPr>
        <p:spPr>
          <a:xfrm flipV="1">
            <a:off x="1889638" y="201767"/>
            <a:ext cx="4344014" cy="19927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657B28-FAE0-1E6A-A7CD-BB1E258F3070}"/>
              </a:ext>
            </a:extLst>
          </p:cNvPr>
          <p:cNvCxnSpPr>
            <a:cxnSpLocks/>
          </p:cNvCxnSpPr>
          <p:nvPr/>
        </p:nvCxnSpPr>
        <p:spPr>
          <a:xfrm>
            <a:off x="6233652" y="201767"/>
            <a:ext cx="0" cy="48649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09E074-8EF7-6997-2F06-0DF041B152D5}"/>
              </a:ext>
            </a:extLst>
          </p:cNvPr>
          <p:cNvCxnSpPr>
            <a:cxnSpLocks/>
          </p:cNvCxnSpPr>
          <p:nvPr/>
        </p:nvCxnSpPr>
        <p:spPr>
          <a:xfrm>
            <a:off x="1533832" y="1603741"/>
            <a:ext cx="43648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D59AD76-A4D2-124B-3BC0-B1F23BFECD63}"/>
              </a:ext>
            </a:extLst>
          </p:cNvPr>
          <p:cNvCxnSpPr>
            <a:cxnSpLocks/>
          </p:cNvCxnSpPr>
          <p:nvPr/>
        </p:nvCxnSpPr>
        <p:spPr>
          <a:xfrm flipV="1">
            <a:off x="1970315" y="403535"/>
            <a:ext cx="0" cy="11654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F6FA7F0-91CE-3162-D201-4760911B9FA9}"/>
              </a:ext>
            </a:extLst>
          </p:cNvPr>
          <p:cNvCxnSpPr>
            <a:cxnSpLocks/>
          </p:cNvCxnSpPr>
          <p:nvPr/>
        </p:nvCxnSpPr>
        <p:spPr>
          <a:xfrm flipV="1">
            <a:off x="1970315" y="386523"/>
            <a:ext cx="3889711" cy="170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A2DC679-B31B-00D1-DE40-3D7404A823A5}"/>
              </a:ext>
            </a:extLst>
          </p:cNvPr>
          <p:cNvCxnSpPr>
            <a:cxnSpLocks/>
          </p:cNvCxnSpPr>
          <p:nvPr/>
        </p:nvCxnSpPr>
        <p:spPr>
          <a:xfrm flipV="1">
            <a:off x="5860026" y="374227"/>
            <a:ext cx="0" cy="3434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7B3A0A01-492F-4EF6-845D-7E89F50A0CAA}"/>
              </a:ext>
            </a:extLst>
          </p:cNvPr>
          <p:cNvSpPr/>
          <p:nvPr/>
        </p:nvSpPr>
        <p:spPr>
          <a:xfrm>
            <a:off x="1533833" y="3500064"/>
            <a:ext cx="636512" cy="52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6255E26-4C5F-9A43-D920-677D8D653C86}"/>
              </a:ext>
            </a:extLst>
          </p:cNvPr>
          <p:cNvSpPr txBox="1"/>
          <p:nvPr/>
        </p:nvSpPr>
        <p:spPr>
          <a:xfrm>
            <a:off x="1589601" y="3581428"/>
            <a:ext cx="636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USB C Cable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AD464CB-BBFB-B010-14A6-213DCE5E1FB2}"/>
              </a:ext>
            </a:extLst>
          </p:cNvPr>
          <p:cNvCxnSpPr/>
          <p:nvPr/>
        </p:nvCxnSpPr>
        <p:spPr>
          <a:xfrm>
            <a:off x="4542503" y="688258"/>
            <a:ext cx="304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C15BD5C-258F-3262-E6E4-81C474188211}"/>
              </a:ext>
            </a:extLst>
          </p:cNvPr>
          <p:cNvCxnSpPr>
            <a:cxnSpLocks/>
          </p:cNvCxnSpPr>
          <p:nvPr/>
        </p:nvCxnSpPr>
        <p:spPr>
          <a:xfrm>
            <a:off x="4847303" y="688258"/>
            <a:ext cx="0" cy="60468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93BB165-3230-9DF5-6B9C-A56F4C7E7E33}"/>
              </a:ext>
            </a:extLst>
          </p:cNvPr>
          <p:cNvCxnSpPr>
            <a:cxnSpLocks/>
          </p:cNvCxnSpPr>
          <p:nvPr/>
        </p:nvCxnSpPr>
        <p:spPr>
          <a:xfrm>
            <a:off x="3529781" y="486745"/>
            <a:ext cx="14355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8F49F91-2295-88CB-347A-F01CCE6B55A1}"/>
              </a:ext>
            </a:extLst>
          </p:cNvPr>
          <p:cNvCxnSpPr>
            <a:cxnSpLocks/>
          </p:cNvCxnSpPr>
          <p:nvPr/>
        </p:nvCxnSpPr>
        <p:spPr>
          <a:xfrm>
            <a:off x="3529781" y="495546"/>
            <a:ext cx="0" cy="192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F61C6F-5D1F-8F79-0C27-20919F28900B}"/>
              </a:ext>
            </a:extLst>
          </p:cNvPr>
          <p:cNvCxnSpPr>
            <a:cxnSpLocks/>
          </p:cNvCxnSpPr>
          <p:nvPr/>
        </p:nvCxnSpPr>
        <p:spPr>
          <a:xfrm>
            <a:off x="4965290" y="495546"/>
            <a:ext cx="0" cy="6151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1603926-DAA3-5DD0-79C2-2FF11959E4D0}"/>
              </a:ext>
            </a:extLst>
          </p:cNvPr>
          <p:cNvCxnSpPr>
            <a:cxnSpLocks/>
          </p:cNvCxnSpPr>
          <p:nvPr/>
        </p:nvCxnSpPr>
        <p:spPr>
          <a:xfrm>
            <a:off x="4965290" y="6646655"/>
            <a:ext cx="44245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6EFB907-1D1A-5076-852A-1EA2C4174F9D}"/>
              </a:ext>
            </a:extLst>
          </p:cNvPr>
          <p:cNvCxnSpPr>
            <a:cxnSpLocks/>
          </p:cNvCxnSpPr>
          <p:nvPr/>
        </p:nvCxnSpPr>
        <p:spPr>
          <a:xfrm>
            <a:off x="4840941" y="6735097"/>
            <a:ext cx="454886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0B88EA44-4765-0AB9-99B6-5FB38B84AD55}"/>
              </a:ext>
            </a:extLst>
          </p:cNvPr>
          <p:cNvSpPr/>
          <p:nvPr/>
        </p:nvSpPr>
        <p:spPr>
          <a:xfrm>
            <a:off x="4124390" y="4556081"/>
            <a:ext cx="1064339" cy="52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F546276-4CA5-4A8B-C693-6DE4F0813133}"/>
              </a:ext>
            </a:extLst>
          </p:cNvPr>
          <p:cNvSpPr txBox="1"/>
          <p:nvPr/>
        </p:nvSpPr>
        <p:spPr>
          <a:xfrm>
            <a:off x="4124391" y="4682310"/>
            <a:ext cx="1227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Micro USB Cable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3DBE55F-4F38-5FA5-41F7-EDA40D94CD07}"/>
              </a:ext>
            </a:extLst>
          </p:cNvPr>
          <p:cNvCxnSpPr>
            <a:cxnSpLocks/>
          </p:cNvCxnSpPr>
          <p:nvPr/>
        </p:nvCxnSpPr>
        <p:spPr>
          <a:xfrm>
            <a:off x="3745452" y="4231725"/>
            <a:ext cx="1016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231CD04-781C-FC83-9999-7259EA437C69}"/>
              </a:ext>
            </a:extLst>
          </p:cNvPr>
          <p:cNvCxnSpPr>
            <a:cxnSpLocks/>
          </p:cNvCxnSpPr>
          <p:nvPr/>
        </p:nvCxnSpPr>
        <p:spPr>
          <a:xfrm>
            <a:off x="3961125" y="4791878"/>
            <a:ext cx="1632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319E3E4-718E-6902-FC4D-91E7804D4F2C}"/>
              </a:ext>
            </a:extLst>
          </p:cNvPr>
          <p:cNvCxnSpPr>
            <a:cxnSpLocks/>
          </p:cNvCxnSpPr>
          <p:nvPr/>
        </p:nvCxnSpPr>
        <p:spPr>
          <a:xfrm>
            <a:off x="3693045" y="4928531"/>
            <a:ext cx="431345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0FBC56B9-32BF-EF0F-D9F8-C1224214E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384764" y="3398383"/>
            <a:ext cx="206714" cy="531140"/>
          </a:xfrm>
          <a:prstGeom prst="rect">
            <a:avLst/>
          </a:prstGeom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A36CA57-A370-8FBD-5A1D-81D95944F4F8}"/>
              </a:ext>
            </a:extLst>
          </p:cNvPr>
          <p:cNvCxnSpPr>
            <a:cxnSpLocks/>
          </p:cNvCxnSpPr>
          <p:nvPr/>
        </p:nvCxnSpPr>
        <p:spPr>
          <a:xfrm>
            <a:off x="3753691" y="3663952"/>
            <a:ext cx="881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D8090A6-2952-36A1-6C44-D031003F6967}"/>
              </a:ext>
            </a:extLst>
          </p:cNvPr>
          <p:cNvCxnSpPr>
            <a:cxnSpLocks/>
          </p:cNvCxnSpPr>
          <p:nvPr/>
        </p:nvCxnSpPr>
        <p:spPr>
          <a:xfrm>
            <a:off x="3120872" y="3429000"/>
            <a:ext cx="7262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FD7223A-3B71-3A8B-8D1F-163775DA6FC6}"/>
              </a:ext>
            </a:extLst>
          </p:cNvPr>
          <p:cNvCxnSpPr>
            <a:cxnSpLocks/>
          </p:cNvCxnSpPr>
          <p:nvPr/>
        </p:nvCxnSpPr>
        <p:spPr>
          <a:xfrm>
            <a:off x="3847130" y="3429000"/>
            <a:ext cx="0" cy="12306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222F7B1-1FE9-47AA-E694-0D9614222416}"/>
              </a:ext>
            </a:extLst>
          </p:cNvPr>
          <p:cNvCxnSpPr>
            <a:cxnSpLocks/>
          </p:cNvCxnSpPr>
          <p:nvPr/>
        </p:nvCxnSpPr>
        <p:spPr>
          <a:xfrm>
            <a:off x="3841821" y="4659607"/>
            <a:ext cx="8279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FFC6215-6B4E-3116-3924-CB3D57A04739}"/>
              </a:ext>
            </a:extLst>
          </p:cNvPr>
          <p:cNvCxnSpPr>
            <a:cxnSpLocks/>
          </p:cNvCxnSpPr>
          <p:nvPr/>
        </p:nvCxnSpPr>
        <p:spPr>
          <a:xfrm flipV="1">
            <a:off x="3961125" y="3845460"/>
            <a:ext cx="0" cy="9464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41A88B8-6B4C-427F-E6DF-37402F345709}"/>
              </a:ext>
            </a:extLst>
          </p:cNvPr>
          <p:cNvCxnSpPr>
            <a:cxnSpLocks/>
          </p:cNvCxnSpPr>
          <p:nvPr/>
        </p:nvCxnSpPr>
        <p:spPr>
          <a:xfrm flipH="1">
            <a:off x="3108621" y="3850375"/>
            <a:ext cx="8401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CAB3ED18-2490-B5EF-22BD-4E8788345169}"/>
              </a:ext>
            </a:extLst>
          </p:cNvPr>
          <p:cNvCxnSpPr>
            <a:cxnSpLocks/>
          </p:cNvCxnSpPr>
          <p:nvPr/>
        </p:nvCxnSpPr>
        <p:spPr>
          <a:xfrm flipH="1" flipV="1">
            <a:off x="3693044" y="4010406"/>
            <a:ext cx="20376" cy="918125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4D4D353-C4F7-55C2-DE66-99E79B7FCD34}"/>
              </a:ext>
            </a:extLst>
          </p:cNvPr>
          <p:cNvCxnSpPr>
            <a:cxnSpLocks/>
          </p:cNvCxnSpPr>
          <p:nvPr/>
        </p:nvCxnSpPr>
        <p:spPr>
          <a:xfrm>
            <a:off x="3120872" y="4021391"/>
            <a:ext cx="567895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0D127690-5992-5C79-CDA0-F1271073CF60}"/>
              </a:ext>
            </a:extLst>
          </p:cNvPr>
          <p:cNvCxnSpPr>
            <a:cxnSpLocks/>
          </p:cNvCxnSpPr>
          <p:nvPr/>
        </p:nvCxnSpPr>
        <p:spPr>
          <a:xfrm>
            <a:off x="8564456" y="5438885"/>
            <a:ext cx="0" cy="12077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5554F9B-2372-CECE-90D3-0145BB3CF620}"/>
              </a:ext>
            </a:extLst>
          </p:cNvPr>
          <p:cNvCxnSpPr>
            <a:cxnSpLocks/>
          </p:cNvCxnSpPr>
          <p:nvPr/>
        </p:nvCxnSpPr>
        <p:spPr>
          <a:xfrm>
            <a:off x="10339916" y="2773768"/>
            <a:ext cx="0" cy="38728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B8EC505-C0D2-5431-6A39-EB4F41E43F21}"/>
              </a:ext>
            </a:extLst>
          </p:cNvPr>
          <p:cNvCxnSpPr>
            <a:cxnSpLocks/>
          </p:cNvCxnSpPr>
          <p:nvPr/>
        </p:nvCxnSpPr>
        <p:spPr>
          <a:xfrm>
            <a:off x="5915400" y="6646655"/>
            <a:ext cx="44245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5731817-BF01-C9C7-289D-4ABA381B0FAE}"/>
              </a:ext>
            </a:extLst>
          </p:cNvPr>
          <p:cNvCxnSpPr>
            <a:cxnSpLocks/>
          </p:cNvCxnSpPr>
          <p:nvPr/>
        </p:nvCxnSpPr>
        <p:spPr>
          <a:xfrm flipV="1">
            <a:off x="10136566" y="2773768"/>
            <a:ext cx="0" cy="39613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1A224C-819E-49BF-C52B-2F74C11F637A}"/>
              </a:ext>
            </a:extLst>
          </p:cNvPr>
          <p:cNvCxnSpPr>
            <a:cxnSpLocks/>
          </p:cNvCxnSpPr>
          <p:nvPr/>
        </p:nvCxnSpPr>
        <p:spPr>
          <a:xfrm>
            <a:off x="5234991" y="6735097"/>
            <a:ext cx="49015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F2E62EA-C880-F013-842B-8C7D5E20DD42}"/>
              </a:ext>
            </a:extLst>
          </p:cNvPr>
          <p:cNvCxnSpPr>
            <a:cxnSpLocks/>
          </p:cNvCxnSpPr>
          <p:nvPr/>
        </p:nvCxnSpPr>
        <p:spPr>
          <a:xfrm flipV="1">
            <a:off x="8118194" y="5438885"/>
            <a:ext cx="0" cy="12962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FCE0077-768F-8727-422E-B519AB2D39F3}"/>
              </a:ext>
            </a:extLst>
          </p:cNvPr>
          <p:cNvCxnSpPr>
            <a:cxnSpLocks/>
          </p:cNvCxnSpPr>
          <p:nvPr/>
        </p:nvCxnSpPr>
        <p:spPr>
          <a:xfrm>
            <a:off x="9951296" y="2773768"/>
            <a:ext cx="0" cy="3583461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412CF82-490F-FAA5-8B38-10E375363821}"/>
              </a:ext>
            </a:extLst>
          </p:cNvPr>
          <p:cNvCxnSpPr>
            <a:cxnSpLocks/>
          </p:cNvCxnSpPr>
          <p:nvPr/>
        </p:nvCxnSpPr>
        <p:spPr>
          <a:xfrm>
            <a:off x="7451936" y="5438885"/>
            <a:ext cx="0" cy="91834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9C5A251-9ED1-77D4-21B6-4365FEE440D4}"/>
              </a:ext>
            </a:extLst>
          </p:cNvPr>
          <p:cNvCxnSpPr>
            <a:cxnSpLocks/>
          </p:cNvCxnSpPr>
          <p:nvPr/>
        </p:nvCxnSpPr>
        <p:spPr>
          <a:xfrm>
            <a:off x="7451936" y="6357229"/>
            <a:ext cx="249936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3B66E46-9A7F-FA22-8042-90B88859337D}"/>
              </a:ext>
            </a:extLst>
          </p:cNvPr>
          <p:cNvCxnSpPr>
            <a:cxnSpLocks/>
          </p:cNvCxnSpPr>
          <p:nvPr/>
        </p:nvCxnSpPr>
        <p:spPr>
          <a:xfrm>
            <a:off x="7231463" y="5522705"/>
            <a:ext cx="0" cy="91834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FAF960E-12EB-8DEF-BED1-C181161E7A3A}"/>
              </a:ext>
            </a:extLst>
          </p:cNvPr>
          <p:cNvCxnSpPr>
            <a:cxnSpLocks/>
          </p:cNvCxnSpPr>
          <p:nvPr/>
        </p:nvCxnSpPr>
        <p:spPr>
          <a:xfrm>
            <a:off x="7231463" y="6441049"/>
            <a:ext cx="249936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38A4DB1-153F-8A6A-8E82-88AF48F451F5}"/>
              </a:ext>
            </a:extLst>
          </p:cNvPr>
          <p:cNvCxnSpPr>
            <a:cxnSpLocks/>
          </p:cNvCxnSpPr>
          <p:nvPr/>
        </p:nvCxnSpPr>
        <p:spPr>
          <a:xfrm flipV="1">
            <a:off x="9730823" y="2773768"/>
            <a:ext cx="0" cy="366728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644DD1CB-5AD7-3C59-E0C0-C6A184A59527}"/>
              </a:ext>
            </a:extLst>
          </p:cNvPr>
          <p:cNvCxnSpPr>
            <a:cxnSpLocks/>
          </p:cNvCxnSpPr>
          <p:nvPr/>
        </p:nvCxnSpPr>
        <p:spPr>
          <a:xfrm flipV="1">
            <a:off x="7894403" y="3500064"/>
            <a:ext cx="0" cy="58516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1D040A7-4B12-18B6-98ED-08211068C991}"/>
              </a:ext>
            </a:extLst>
          </p:cNvPr>
          <p:cNvCxnSpPr>
            <a:cxnSpLocks/>
          </p:cNvCxnSpPr>
          <p:nvPr/>
        </p:nvCxnSpPr>
        <p:spPr>
          <a:xfrm>
            <a:off x="5578839" y="3500063"/>
            <a:ext cx="2315564" cy="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163B1B2-D4F5-D7CF-3D2E-F1C3BC511C20}"/>
              </a:ext>
            </a:extLst>
          </p:cNvPr>
          <p:cNvCxnSpPr>
            <a:cxnSpLocks/>
          </p:cNvCxnSpPr>
          <p:nvPr/>
        </p:nvCxnSpPr>
        <p:spPr>
          <a:xfrm flipH="1">
            <a:off x="5578838" y="2862241"/>
            <a:ext cx="1" cy="63782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1F0BB5A-C1BC-C624-D56E-1D9960F83B44}"/>
              </a:ext>
            </a:extLst>
          </p:cNvPr>
          <p:cNvCxnSpPr>
            <a:cxnSpLocks/>
          </p:cNvCxnSpPr>
          <p:nvPr/>
        </p:nvCxnSpPr>
        <p:spPr>
          <a:xfrm>
            <a:off x="6503670" y="2983776"/>
            <a:ext cx="36328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6EF5258-690F-DEE2-2592-F1808B26141B}"/>
              </a:ext>
            </a:extLst>
          </p:cNvPr>
          <p:cNvCxnSpPr>
            <a:cxnSpLocks/>
          </p:cNvCxnSpPr>
          <p:nvPr/>
        </p:nvCxnSpPr>
        <p:spPr>
          <a:xfrm>
            <a:off x="6503670" y="2862241"/>
            <a:ext cx="0" cy="1164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F46AD0D-B901-A5DF-A1B4-4A62B34E115F}"/>
              </a:ext>
            </a:extLst>
          </p:cNvPr>
          <p:cNvCxnSpPr>
            <a:cxnSpLocks/>
          </p:cNvCxnSpPr>
          <p:nvPr/>
        </p:nvCxnSpPr>
        <p:spPr>
          <a:xfrm>
            <a:off x="6352166" y="3074670"/>
            <a:ext cx="39877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403C5843-D352-6BC1-DDDE-D09AD329BE0B}"/>
              </a:ext>
            </a:extLst>
          </p:cNvPr>
          <p:cNvCxnSpPr>
            <a:cxnSpLocks/>
          </p:cNvCxnSpPr>
          <p:nvPr/>
        </p:nvCxnSpPr>
        <p:spPr>
          <a:xfrm>
            <a:off x="6352166" y="2817988"/>
            <a:ext cx="0" cy="256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64C4D65B-FD4E-E05D-F932-0A1DC9515E30}"/>
              </a:ext>
            </a:extLst>
          </p:cNvPr>
          <p:cNvCxnSpPr>
            <a:cxnSpLocks/>
          </p:cNvCxnSpPr>
          <p:nvPr/>
        </p:nvCxnSpPr>
        <p:spPr>
          <a:xfrm flipV="1">
            <a:off x="6220947" y="2862241"/>
            <a:ext cx="0" cy="94641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B8C4EB8-5D20-06F7-EEDB-53058DBC975B}"/>
              </a:ext>
            </a:extLst>
          </p:cNvPr>
          <p:cNvCxnSpPr>
            <a:cxnSpLocks/>
          </p:cNvCxnSpPr>
          <p:nvPr/>
        </p:nvCxnSpPr>
        <p:spPr>
          <a:xfrm flipH="1">
            <a:off x="6115617" y="3811035"/>
            <a:ext cx="1053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D35C64E-A12F-E676-8866-6F27E9600397}"/>
              </a:ext>
            </a:extLst>
          </p:cNvPr>
          <p:cNvCxnSpPr>
            <a:cxnSpLocks/>
          </p:cNvCxnSpPr>
          <p:nvPr/>
        </p:nvCxnSpPr>
        <p:spPr>
          <a:xfrm flipV="1">
            <a:off x="6115617" y="3808659"/>
            <a:ext cx="0" cy="3197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0AF7DFFB-8B38-211B-CC6F-D9CB32640D88}"/>
              </a:ext>
            </a:extLst>
          </p:cNvPr>
          <p:cNvCxnSpPr>
            <a:cxnSpLocks/>
          </p:cNvCxnSpPr>
          <p:nvPr/>
        </p:nvCxnSpPr>
        <p:spPr>
          <a:xfrm flipH="1" flipV="1">
            <a:off x="5670120" y="3433392"/>
            <a:ext cx="7504" cy="694976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C43E5224-4733-51A0-E71C-50D55B878CB9}"/>
              </a:ext>
            </a:extLst>
          </p:cNvPr>
          <p:cNvCxnSpPr>
            <a:cxnSpLocks/>
          </p:cNvCxnSpPr>
          <p:nvPr/>
        </p:nvCxnSpPr>
        <p:spPr>
          <a:xfrm flipH="1">
            <a:off x="5677624" y="3438762"/>
            <a:ext cx="374488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ED7A77C8-FD33-C3BD-DBA6-6F945D9B8A47}"/>
              </a:ext>
            </a:extLst>
          </p:cNvPr>
          <p:cNvCxnSpPr>
            <a:cxnSpLocks/>
          </p:cNvCxnSpPr>
          <p:nvPr/>
        </p:nvCxnSpPr>
        <p:spPr>
          <a:xfrm flipV="1">
            <a:off x="6051495" y="2857102"/>
            <a:ext cx="0" cy="58166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466F418-96B2-C28E-BA29-353E52AD746C}"/>
              </a:ext>
            </a:extLst>
          </p:cNvPr>
          <p:cNvCxnSpPr>
            <a:cxnSpLocks/>
          </p:cNvCxnSpPr>
          <p:nvPr/>
        </p:nvCxnSpPr>
        <p:spPr>
          <a:xfrm flipV="1">
            <a:off x="5899992" y="2871609"/>
            <a:ext cx="0" cy="12329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ED5990E-29CF-DECF-25EF-133919AA0BA9}"/>
              </a:ext>
            </a:extLst>
          </p:cNvPr>
          <p:cNvCxnSpPr>
            <a:cxnSpLocks/>
          </p:cNvCxnSpPr>
          <p:nvPr/>
        </p:nvCxnSpPr>
        <p:spPr>
          <a:xfrm>
            <a:off x="5755341" y="2857102"/>
            <a:ext cx="0" cy="4533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C0B2D6F-95FC-B976-DC6D-87C8CA600E6F}"/>
              </a:ext>
            </a:extLst>
          </p:cNvPr>
          <p:cNvCxnSpPr>
            <a:cxnSpLocks/>
          </p:cNvCxnSpPr>
          <p:nvPr/>
        </p:nvCxnSpPr>
        <p:spPr>
          <a:xfrm flipH="1">
            <a:off x="5185763" y="3310490"/>
            <a:ext cx="5695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D6DB7E48-92D0-66A4-E915-5DAB696B22DD}"/>
              </a:ext>
            </a:extLst>
          </p:cNvPr>
          <p:cNvCxnSpPr>
            <a:cxnSpLocks/>
          </p:cNvCxnSpPr>
          <p:nvPr/>
        </p:nvCxnSpPr>
        <p:spPr>
          <a:xfrm flipH="1" flipV="1">
            <a:off x="5193488" y="3310490"/>
            <a:ext cx="12911" cy="25875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FEFA1F54-E516-F09E-5B67-3C5F9A587DBA}"/>
              </a:ext>
            </a:extLst>
          </p:cNvPr>
          <p:cNvCxnSpPr>
            <a:cxnSpLocks/>
          </p:cNvCxnSpPr>
          <p:nvPr/>
        </p:nvCxnSpPr>
        <p:spPr>
          <a:xfrm flipH="1">
            <a:off x="5206399" y="5898057"/>
            <a:ext cx="4637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C5AA936C-A56B-0C1C-A1CB-B1B914474C1B}"/>
              </a:ext>
            </a:extLst>
          </p:cNvPr>
          <p:cNvCxnSpPr>
            <a:cxnSpLocks/>
          </p:cNvCxnSpPr>
          <p:nvPr/>
        </p:nvCxnSpPr>
        <p:spPr>
          <a:xfrm flipV="1">
            <a:off x="5663526" y="5438885"/>
            <a:ext cx="0" cy="4591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2C635F9D-3C98-37DD-0847-04FD1DA3385E}"/>
              </a:ext>
            </a:extLst>
          </p:cNvPr>
          <p:cNvSpPr txBox="1"/>
          <p:nvPr/>
        </p:nvSpPr>
        <p:spPr>
          <a:xfrm>
            <a:off x="2263698" y="688258"/>
            <a:ext cx="636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highlight>
                  <a:srgbClr val="000000"/>
                </a:highlight>
              </a:rPr>
              <a:t>0.5 Amp</a:t>
            </a:r>
          </a:p>
        </p:txBody>
      </p:sp>
    </p:spTree>
    <p:extLst>
      <p:ext uri="{BB962C8B-B14F-4D97-AF65-F5344CB8AC3E}">
        <p14:creationId xmlns:p14="http://schemas.microsoft.com/office/powerpoint/2010/main" val="3352864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Strohofer</dc:creator>
  <cp:lastModifiedBy>Michael Strohofer</cp:lastModifiedBy>
  <cp:revision>1</cp:revision>
  <dcterms:created xsi:type="dcterms:W3CDTF">2026-01-31T16:29:08Z</dcterms:created>
  <dcterms:modified xsi:type="dcterms:W3CDTF">2026-01-31T17:36:55Z</dcterms:modified>
</cp:coreProperties>
</file>